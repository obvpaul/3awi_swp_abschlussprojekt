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2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011680"/>
            <a:ext cx="4937760" cy="4937760"/>
          </a:xfrm>
          <a:prstGeom prst="ellipse">
            <a:avLst/>
          </a:prstGeom>
          <a:solidFill>
            <a:srgbClr val="1B21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-1463040" y="3657600"/>
            <a:ext cx="3291840" cy="3291840"/>
          </a:xfrm>
          <a:prstGeom prst="ellipse">
            <a:avLst/>
          </a:prstGeom>
          <a:solidFill>
            <a:srgbClr val="1B21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SWP-ABSCHLUSSPROJEKT · 4aWI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Schulverwaltung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</a:t>
            </a:r>
            <a:r>
              <a:rPr lang="en-US" sz="18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r>
              <a:rPr lang="en-US" sz="18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r>
              <a:rPr lang="en-US" sz="1800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zwei Wege zum Angular-Frontend</a:t>
            </a:r>
            <a:endParaRPr lang="en-US" sz="1800" dirty="0"/>
          </a:p>
        </p:txBody>
      </p:sp>
      <p:pic>
        <p:nvPicPr>
          <p:cNvPr id="7" name="Image 0" descr="Manuell-Ap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3703320" cy="135228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8" name="Image 1" descr="Low-Code-App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31720"/>
            <a:ext cx="3703320" cy="135228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40080" y="374801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A · handgeschrieben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800600" y="374801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B · von KI generiert (Claude Code)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 ·  4aWI  ·  Juni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Ausgangslage &amp; Arbeitsauftrag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78992"/>
            <a:ext cx="384048" cy="384048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45720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87552" y="9875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Angular-Frontend manuell entwickeln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das Schulverwaltungs-Backend aus dem 1. Semester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7552" y="1920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App per Low-Code erstellen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 mit Claude Code – nur per Prompts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944368"/>
            <a:ext cx="384048" cy="384048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4572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28529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Projekthandbuch erstellen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Arbeitsauftrag, PSP, OSP, Umweltanalyse u. 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5" name="Text 12"/>
          <p:cNvSpPr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87552" y="378561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 &amp; Vergleich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Ansätze zeigen, bewerten und diskutieren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83480" y="960120"/>
            <a:ext cx="3703320" cy="3749040"/>
          </a:xfrm>
          <a:prstGeom prst="roundRect">
            <a:avLst>
              <a:gd name="adj" fmla="val 1975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8" name="Text 15"/>
          <p:cNvSpPr/>
          <p:nvPr/>
        </p:nvSpPr>
        <p:spPr>
          <a:xfrm>
            <a:off x="4983480" y="107899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Backend – zwei Frontends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97880" y="1481328"/>
            <a:ext cx="1874520" cy="868680"/>
          </a:xfrm>
          <a:prstGeom prst="roundRect">
            <a:avLst>
              <a:gd name="adj" fmla="val 6316"/>
            </a:avLst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57276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897880" y="1856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REST-API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8 · EF Core · SQLite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5225 · Swagger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 flipH="1">
            <a:off x="5806440" y="2395728"/>
            <a:ext cx="100584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3" name="Shape 19"/>
          <p:cNvSpPr/>
          <p:nvPr/>
        </p:nvSpPr>
        <p:spPr>
          <a:xfrm>
            <a:off x="6903720" y="2395728"/>
            <a:ext cx="1005840" cy="502920"/>
          </a:xfrm>
          <a:prstGeom prst="line">
            <a:avLst/>
          </a:prstGeom>
          <a:noFill/>
          <a:ln w="22225">
            <a:solidFill>
              <a:srgbClr val="0A84FF"/>
            </a:solidFill>
            <a:prstDash val="solid"/>
            <a:tailEnd type="triangle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0"/>
          <p:cNvSpPr/>
          <p:nvPr/>
        </p:nvSpPr>
        <p:spPr>
          <a:xfrm>
            <a:off x="5212080" y="2944368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1"/>
          <p:cNvSpPr/>
          <p:nvPr/>
        </p:nvSpPr>
        <p:spPr>
          <a:xfrm>
            <a:off x="5212080" y="303580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Manuell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klassisch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4300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0" y="2944368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3"/>
          <p:cNvSpPr/>
          <p:nvPr/>
        </p:nvSpPr>
        <p:spPr>
          <a:xfrm>
            <a:off x="6858000" y="303580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Low-Code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zoneless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4200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120640" y="4005072"/>
            <a:ext cx="3429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Daten, gleiche API, gleicher Funktionsrahmen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der Vergleich ist fair.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Variante A · Manuell entwickelt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0" y="32918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7315200" y="3291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4300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042416"/>
            <a:ext cx="64008" cy="56692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5"/>
          <p:cNvSpPr/>
          <p:nvPr/>
        </p:nvSpPr>
        <p:spPr>
          <a:xfrm>
            <a:off x="658368" y="102412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Klassisches Angular 22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zone.js, *ngFor / *ngIf, [(ngModel)], Constructor-Injection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792224"/>
            <a:ext cx="64008" cy="56692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658368" y="17739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einfach gehalten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direkt in den Komponenten, keine Typisierung (any[])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542032"/>
            <a:ext cx="64008" cy="56692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658368" y="25237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für alle 5 Entitäten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Schüler, Lehrer, Klassen, Fächer, Räume – soweit das Backend es erlaubt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64008" cy="56692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658368" y="32735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globale styles.css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Framework, keine Animationen, keine Fehler-/Ladeanzeigen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411480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3"/>
          <p:cNvSpPr/>
          <p:nvPr/>
        </p:nvSpPr>
        <p:spPr>
          <a:xfrm>
            <a:off x="658368" y="41148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1–2 Arbeitstage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geschätzter Aufwand inkl. Fehlersuche</a:t>
            </a:r>
            <a:endParaRPr lang="en-US" sz="2200" dirty="0"/>
          </a:p>
        </p:txBody>
      </p:sp>
      <p:pic>
        <p:nvPicPr>
          <p:cNvPr id="17" name="Image 1" descr="Manuell-App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4480560" cy="1636094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4434840" y="296197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Funktional, aber schlicht: Tabellen, Formulare, confirm()-Dialog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34840" y="3337560"/>
            <a:ext cx="4480560" cy="1490472"/>
          </a:xfrm>
          <a:prstGeom prst="roundRect">
            <a:avLst>
              <a:gd name="adj" fmla="val 4908"/>
            </a:avLst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6"/>
          <p:cNvSpPr/>
          <p:nvPr/>
        </p:nvSpPr>
        <p:spPr>
          <a:xfrm>
            <a:off x="4663440" y="3456432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schueler.component.ts – klassisch &amp; untypisiert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schueler: </a:t>
            </a:r>
            <a:r>
              <a:rPr lang="en-US" sz="1100" dirty="0">
                <a:solidFill>
                  <a:srgbClr val="FF9F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 [];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http: HttpClient) {}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 *ngFor=</a:t>
            </a:r>
            <a:r>
              <a:rPr lang="en-US" sz="110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"let s of schueler"</a:t>
            </a: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Variante B · Low-Code (KI)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0" y="32918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7315200" y="3291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4200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042416"/>
            <a:ext cx="64008" cy="566928"/>
          </a:xfrm>
          <a:prstGeom prst="rect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5"/>
          <p:cNvSpPr/>
          <p:nvPr/>
        </p:nvSpPr>
        <p:spPr>
          <a:xfrm>
            <a:off x="658368" y="102412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Modernes Angular 22 (zoneless)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@if / @for, inject() – komplett von der KI generiert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792224"/>
            <a:ext cx="64008" cy="566928"/>
          </a:xfrm>
          <a:prstGeom prst="rect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658368" y="17739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Architektur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zentraler SchulApiService, typisierte Models, forkJoin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542032"/>
            <a:ext cx="64008" cy="566928"/>
          </a:xfrm>
          <a:prstGeom prst="rect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9"/>
          <p:cNvSpPr/>
          <p:nvPr/>
        </p:nvSpPr>
        <p:spPr>
          <a:xfrm>
            <a:off x="658368" y="252374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Funktionsumfang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mit Kennzahlen, Fehler-Banner, Skeleton-Loader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64008" cy="566928"/>
          </a:xfrm>
          <a:prstGeom prst="rect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4" name="Text 11"/>
          <p:cNvSpPr/>
          <p:nvPr/>
        </p:nvSpPr>
        <p:spPr>
          <a:xfrm>
            <a:off x="658368" y="327355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„Liquid Glass“-Design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backdrop-filter, iOS-Farben, Animationen – 3 Design-Iterationen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411480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3"/>
          <p:cNvSpPr/>
          <p:nvPr/>
        </p:nvSpPr>
        <p:spPr>
          <a:xfrm>
            <a:off x="658368" y="41148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8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Stunde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real gemessen, inkl. Design</a:t>
            </a:r>
            <a:endParaRPr lang="en-US" sz="2200" dirty="0"/>
          </a:p>
        </p:txBody>
      </p:sp>
      <p:pic>
        <p:nvPicPr>
          <p:cNvPr id="17" name="Image 1" descr="Low-Code-App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34440"/>
            <a:ext cx="4480560" cy="1636094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4434840" y="296197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Glassmorphism, Count-up-Animationen – rein per Prompt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434840" y="3337560"/>
            <a:ext cx="4480560" cy="1490472"/>
          </a:xfrm>
          <a:prstGeom prst="roundRect">
            <a:avLst>
              <a:gd name="adj" fmla="val 4908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5204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74920" y="34747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„bitte bau mir jetzt die lowcode app für das ganze ding“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Nr. 1 von insgesamt nur 3 – die KI analysierte das Backend selbstständig.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Entwicklungsschritte Low-Code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731520" y="1389888"/>
            <a:ext cx="654710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Shape 3"/>
          <p:cNvSpPr/>
          <p:nvPr/>
        </p:nvSpPr>
        <p:spPr>
          <a:xfrm>
            <a:off x="1060704" y="1207008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4"/>
          <p:cNvSpPr/>
          <p:nvPr/>
        </p:nvSpPr>
        <p:spPr>
          <a:xfrm>
            <a:off x="1060704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82496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Backend-Analyse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liest Controller, Models &amp; Ports selbstständig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97480" y="1207008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Text 7"/>
          <p:cNvSpPr/>
          <p:nvPr/>
        </p:nvSpPr>
        <p:spPr>
          <a:xfrm>
            <a:off x="269748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93976" y="1682496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new, Projektstruktur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34256" y="1207008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3" name="Text 10"/>
          <p:cNvSpPr/>
          <p:nvPr/>
        </p:nvSpPr>
        <p:spPr>
          <a:xfrm>
            <a:off x="4334256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0752" y="1682496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Generierung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Service, 6 Seiten, Routing, Styling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71032" y="1207008"/>
            <a:ext cx="365760" cy="365760"/>
          </a:xfrm>
          <a:prstGeom prst="ellipse">
            <a:avLst/>
          </a:prstGeom>
          <a:solidFill>
            <a:srgbClr val="FF3B30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3"/>
          <p:cNvSpPr/>
          <p:nvPr/>
        </p:nvSpPr>
        <p:spPr>
          <a:xfrm>
            <a:off x="5971032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67528" y="1682496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Fehler beheben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devDependencies &amp; TypeScript-Union-Type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07808" y="1207008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9" name="Text 16"/>
          <p:cNvSpPr/>
          <p:nvPr/>
        </p:nvSpPr>
        <p:spPr>
          <a:xfrm>
            <a:off x="7607808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04304" y="1682496"/>
            <a:ext cx="1572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API-Tests, Dev-Server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278892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Text 19"/>
          <p:cNvSpPr/>
          <p:nvPr/>
        </p:nvSpPr>
        <p:spPr>
          <a:xfrm>
            <a:off x="640080" y="27889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Grundversion: ~40 min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+ 2 Design-Iterationen à 10 min = &lt; 1 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17720" y="2788920"/>
            <a:ext cx="406908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1"/>
          <p:cNvSpPr/>
          <p:nvPr/>
        </p:nvSpPr>
        <p:spPr>
          <a:xfrm>
            <a:off x="4800600" y="27889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 genügten:  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„bau mir die app“ → „verbessere drastisch“ → „iOS-Glas-Look“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Probleme &amp; wie die KI sie löste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58768"/>
          <a:ext cx="8229600" cy="110947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Ursache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 (durch die KI selbst)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Build-Fehler: „Could not find @angular/build“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NODE_ENV=production → npm lässt devDependencies weg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 via npm config, dann npm ci --include=dev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TS2349 „expression is not callable“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Union-Typ Observable&lt;…&gt; | Observable&lt;void&gt;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Explizite Typisierung Observable&lt;unknown&gt;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Direkter Vergleich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37413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Manuell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Low-Code (KI)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8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Zeitaufwand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ca. 1–2 Arbeitstage (geschätzt)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A8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Stunde (gemessen)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Angular-Stil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klassisch: *ngFor, [(ngModel)], zone.js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modern: Signals, @for/@if, zoneless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Typsicherheit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any[] – keine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vollständige Interfaces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Architektur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direkt in Komponenten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Service-Layer + Models +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 &amp; Laden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 (nur Browser-Konsole)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UI-Banner + Skeleton-Animationen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(Arial, einfache Tabellen)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Liquid Glass,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Lerneffekt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0A4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 – man versteht jede Zeile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 ohne aktives Nachvollziehen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Reproduzierbarkeit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deterministisch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gleicher Prompt ≠ gleicher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10–20 schneller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aber Geschwindigkeit ist nicht das einzige Kriterium.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57200" cy="457200"/>
          </a:xfrm>
          <a:prstGeom prst="ellipse">
            <a:avLst/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560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023360" cy="2395728"/>
          </a:xfrm>
          <a:prstGeom prst="roundRect">
            <a:avLst>
              <a:gd name="adj" fmla="val 3053"/>
            </a:avLst>
          </a:prstGeom>
          <a:solidFill>
            <a:srgbClr val="EDF9F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Text 3"/>
          <p:cNvSpPr/>
          <p:nvPr/>
        </p:nvSpPr>
        <p:spPr>
          <a:xfrm>
            <a:off x="713232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A4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Low-Code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490472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10–20 schneller: unter 1 h statt 1–2 Tage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94767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552" y="1920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analysierte das Backend selbst und passte die UI exakt an die Endpoints an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404872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7552" y="2377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behebt eigene Fehler (Build-, Typfehler) selbstständig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6207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7552" y="2834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Design-Iterationen kosten einen Satz statt Stunden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4663440" y="960120"/>
            <a:ext cx="4023360" cy="2395728"/>
          </a:xfrm>
          <a:prstGeom prst="roundRect">
            <a:avLst>
              <a:gd name="adj" fmla="val 3053"/>
            </a:avLst>
          </a:prstGeom>
          <a:solidFill>
            <a:srgbClr val="FDF0E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9"/>
          <p:cNvSpPr/>
          <p:nvPr/>
        </p:nvSpPr>
        <p:spPr>
          <a:xfrm>
            <a:off x="4919472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Grenzen &amp; Risiken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49047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93792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Umgebungsprobleme (NODE_ENV) bleiben Handarbeit – Diagnose-Wissen nötig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947672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93792" y="1920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Verstehen ≠ Besitzen: generierten Code muss man trotzdem lesen und lernen</a:t>
            </a:r>
            <a:endParaRPr lang="en-US" sz="10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404872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93792" y="2377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Blindes Vertrauen riskant – Architektur bewusst abnehmen (Code-Review)</a:t>
            </a:r>
            <a:endParaRPr lang="en-US" sz="10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62072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93792" y="2834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Prüfungen ohne KI zählt nur, was man selbst kann</a:t>
            </a:r>
            <a:endParaRPr lang="en-US" sz="1050" dirty="0"/>
          </a:p>
        </p:txBody>
      </p:sp>
      <p:sp>
        <p:nvSpPr>
          <p:cNvPr id="25" name="Shape 14"/>
          <p:cNvSpPr/>
          <p:nvPr/>
        </p:nvSpPr>
        <p:spPr>
          <a:xfrm>
            <a:off x="457200" y="3584448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0142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6" name="Text 15"/>
          <p:cNvSpPr/>
          <p:nvPr/>
        </p:nvSpPr>
        <p:spPr>
          <a:xfrm>
            <a:off x="777240" y="3749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PARADOXE ERKENNTNIS</a:t>
            </a:r>
            <a:endParaRPr lang="en-US" sz="1050" dirty="0"/>
          </a:p>
        </p:txBody>
      </p:sp>
      <p:sp>
        <p:nvSpPr>
          <p:cNvPr id="27" name="Text 16"/>
          <p:cNvSpPr/>
          <p:nvPr/>
        </p:nvSpPr>
        <p:spPr>
          <a:xfrm>
            <a:off x="777240" y="40233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schreibt den moderneren, saubereren Code – aber der Lernende versteht seinen eigenen einfachen Code besser. </a:t>
            </a:r>
            <a:r>
              <a:rPr lang="en-US" sz="1300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Schule ist Selberschreiben unersetzlich, für die Produktivität ist die KI kaum zu schlagen.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194560"/>
            <a:ext cx="4572000" cy="4572000"/>
          </a:xfrm>
          <a:prstGeom prst="ellipse">
            <a:avLst/>
          </a:prstGeom>
          <a:solidFill>
            <a:srgbClr val="1B21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7315200" y="3291840"/>
            <a:ext cx="3840480" cy="3840480"/>
          </a:xfrm>
          <a:prstGeom prst="ellipse">
            <a:avLst/>
          </a:prstGeom>
          <a:solidFill>
            <a:srgbClr val="1B2145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„Low-Code mit KI ersetzt nicht das Lernen – aber es verändert, was es zu lernen gilt: weg vom Tippen von Boilerplate, hin zu Architekturverständnis, Code-Review und präzisem Formulieren.“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B2145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localhost:4300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B2145"/>
          </a:solidFill>
          <a:ln w="12700">
            <a:solidFill>
              <a:srgbClr val="0A84FF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localhost:4200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7432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B2145"/>
          </a:solidFill>
          <a:ln w="12700">
            <a:solidFill>
              <a:srgbClr val="30A46C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6217920" y="2834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Swagger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E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localhost:5225/swagger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Live-Demo: beide Apps nebeneinander · Echtheits-Beweis: F12-Netzwerk-Tab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 </a:t>
            </a:r>
            <a:r>
              <a:rPr lang="en-US" sz="1500" dirty="0">
                <a:solidFill>
                  <a:srgbClr val="A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Gerne springe ich direkt in den Code.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Bildschirmpräsentation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Schulverwaltung: Manuell vs. Low-Code</dc:title>
  <dc:subject>PptxGenJS Presentation</dc:subject>
  <dc:creator>Paul</dc:creator>
  <cp:lastModifiedBy>Paul Oppeneiger</cp:lastModifiedBy>
  <cp:revision>2</cp:revision>
  <dcterms:created xsi:type="dcterms:W3CDTF">2026-06-12T08:37:59Z</dcterms:created>
  <dcterms:modified xsi:type="dcterms:W3CDTF">2026-06-12T08:50:55Z</dcterms:modified>
</cp:coreProperties>
</file>